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D72D22-B174-48AD-8588-D5F71503C661}" v="1152" dt="2025-12-10T17:18:08.4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2229420"/>
            <a:ext cx="9144000" cy="2387600"/>
          </a:xfrm>
        </p:spPr>
        <p:txBody>
          <a:bodyPr>
            <a:normAutofit/>
          </a:bodyPr>
          <a:lstStyle/>
          <a:p>
            <a:r>
              <a:rPr lang="ko-KR" altLang="en-US" dirty="0">
                <a:ea typeface="맑은 고딕"/>
              </a:rPr>
              <a:t>아이작 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3차 발표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80649" y="5197682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3200" dirty="0">
                <a:ea typeface="맑은 고딕"/>
              </a:rPr>
              <a:t>2022184003 권정혁</a:t>
            </a:r>
            <a:endParaRPr lang="ko-KR" altLang="en-US" sz="3200" dirty="0"/>
          </a:p>
        </p:txBody>
      </p:sp>
      <p:pic>
        <p:nvPicPr>
          <p:cNvPr id="4" name="그림 3" descr="텍스트, 스크린샷, 만화 영화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D95CD9-7C93-A4D3-51FD-40D3FD5AA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2518" y="-171520"/>
            <a:ext cx="12603372" cy="269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109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BA1993-6406-8BDF-4D8A-B648F92FC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92" y="-216061"/>
            <a:ext cx="10515600" cy="1325563"/>
          </a:xfrm>
        </p:spPr>
        <p:txBody>
          <a:bodyPr/>
          <a:lstStyle/>
          <a:p>
            <a:r>
              <a:rPr lang="ko-KR" altLang="en-US" dirty="0">
                <a:ea typeface="맑은 고딕"/>
              </a:rPr>
              <a:t>개발 진척도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23C12BAD-73A3-158F-551F-6F45F2B306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0401240"/>
              </p:ext>
            </p:extLst>
          </p:nvPr>
        </p:nvGraphicFramePr>
        <p:xfrm>
          <a:off x="77491" y="774915"/>
          <a:ext cx="12052524" cy="6126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693">
                  <a:extLst>
                    <a:ext uri="{9D8B030D-6E8A-4147-A177-3AD203B41FA5}">
                      <a16:colId xmlns:a16="http://schemas.microsoft.com/office/drawing/2014/main" val="1357596595"/>
                    </a:ext>
                  </a:extLst>
                </a:gridCol>
                <a:gridCol w="5049864">
                  <a:extLst>
                    <a:ext uri="{9D8B030D-6E8A-4147-A177-3AD203B41FA5}">
                      <a16:colId xmlns:a16="http://schemas.microsoft.com/office/drawing/2014/main" val="3115905999"/>
                    </a:ext>
                  </a:extLst>
                </a:gridCol>
                <a:gridCol w="4123839">
                  <a:extLst>
                    <a:ext uri="{9D8B030D-6E8A-4147-A177-3AD203B41FA5}">
                      <a16:colId xmlns:a16="http://schemas.microsoft.com/office/drawing/2014/main" val="2979533063"/>
                    </a:ext>
                  </a:extLst>
                </a:gridCol>
                <a:gridCol w="851128">
                  <a:extLst>
                    <a:ext uri="{9D8B030D-6E8A-4147-A177-3AD203B41FA5}">
                      <a16:colId xmlns:a16="http://schemas.microsoft.com/office/drawing/2014/main" val="1564390140"/>
                    </a:ext>
                  </a:extLst>
                </a:gridCol>
              </a:tblGrid>
              <a:tr h="7770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목표 범위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실제 개발 완료 범위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진척도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6634213"/>
                  </a:ext>
                </a:extLst>
              </a:tr>
              <a:tr h="7042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여러 </a:t>
                      </a:r>
                      <a:r>
                        <a:rPr lang="ko-KR" altLang="en-US" dirty="0" err="1"/>
                        <a:t>맵이</a:t>
                      </a:r>
                      <a:r>
                        <a:rPr lang="ko-KR" altLang="en-US" dirty="0"/>
                        <a:t> 있는 2개의 스테이지, 지도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5개의 맵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968910"/>
                  </a:ext>
                </a:extLst>
              </a:tr>
              <a:tr h="7042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캐릭터 컨트롤러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상하좌우 대각선 이동과 애니메이션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상하좌우 대각선 이동과 애니메이션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4883390"/>
                  </a:ext>
                </a:extLst>
              </a:tr>
              <a:tr h="7042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전투 시스템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눈물과 </a:t>
                      </a:r>
                      <a:r>
                        <a:rPr lang="ko-KR" altLang="en-US" dirty="0" err="1"/>
                        <a:t>몬스터간의</a:t>
                      </a:r>
                      <a:r>
                        <a:rPr lang="ko-KR" altLang="en-US" dirty="0"/>
                        <a:t> 충돌 구현</a:t>
                      </a:r>
                    </a:p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모든 충돌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3587190"/>
                  </a:ext>
                </a:extLst>
              </a:tr>
              <a:tr h="7042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아이템, 오브젝트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공격 스타일이 바뀌는 아이템</a:t>
                      </a:r>
                    </a:p>
                    <a:p>
                      <a:pPr lvl="0" algn="ctr">
                        <a:buNone/>
                      </a:pPr>
                      <a:r>
                        <a:rPr lang="ko-KR" altLang="en-US" dirty="0"/>
                        <a:t>공격력이 증가하는 아이템</a:t>
                      </a:r>
                    </a:p>
                    <a:p>
                      <a:pPr lvl="0" algn="ctr">
                        <a:buNone/>
                      </a:pPr>
                      <a:r>
                        <a:rPr lang="ko-KR" altLang="en-US" dirty="0"/>
                        <a:t>캐릭터를 방해하는 오브젝트 4종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공격력이 증가하는 아이템 구현</a:t>
                      </a:r>
                      <a:endParaRPr lang="ko-KR" dirty="0"/>
                    </a:p>
                    <a:p>
                      <a:pPr lvl="0" algn="ctr">
                        <a:buNone/>
                      </a:pPr>
                      <a:r>
                        <a:rPr lang="ko-KR" altLang="en-US" dirty="0"/>
                        <a:t>캐릭터를 방해하는 오브젝트 2종 구현</a:t>
                      </a:r>
                    </a:p>
                    <a:p>
                      <a:pPr lvl="0" algn="ctr">
                        <a:buNone/>
                      </a:pPr>
                      <a:r>
                        <a:rPr lang="ko-KR" altLang="en-US" dirty="0"/>
                        <a:t>추가로 펫 아이템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80%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4164305"/>
                  </a:ext>
                </a:extLst>
              </a:tr>
              <a:tr h="7042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몬스터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4개의 일반 몬스터 구현</a:t>
                      </a:r>
                    </a:p>
                    <a:p>
                      <a:pPr lvl="0" algn="ctr">
                        <a:buNone/>
                      </a:pPr>
                      <a:r>
                        <a:rPr lang="ko-KR" altLang="en-US" dirty="0"/>
                        <a:t>1개의 정예보스 구현</a:t>
                      </a:r>
                    </a:p>
                    <a:p>
                      <a:pPr lvl="0" algn="ctr">
                        <a:buNone/>
                      </a:pPr>
                      <a:r>
                        <a:rPr lang="ko-KR" altLang="en-US" dirty="0"/>
                        <a:t>1개의 보스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4개의 일반 몬스터 구현</a:t>
                      </a:r>
                      <a:endParaRPr lang="ko-KR" dirty="0"/>
                    </a:p>
                    <a:p>
                      <a:pPr lvl="0" algn="ctr">
                        <a:buNone/>
                      </a:pPr>
                      <a:r>
                        <a:rPr lang="ko-KR" altLang="en-US" dirty="0"/>
                        <a:t>1개의 보스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80%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1370407"/>
                  </a:ext>
                </a:extLst>
              </a:tr>
              <a:tr h="7042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err="1"/>
                        <a:t>보스전</a:t>
                      </a:r>
                      <a:endParaRPr lang="ko-KR" altLang="en-US" dirty="0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3개의 공격패턴과 죽는 애니메이션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3개의 공격패턴과 죽는 애니메이션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4557478"/>
                  </a:ext>
                </a:extLst>
              </a:tr>
              <a:tr h="7042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사운드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주인공, 몬스터, 총알, 보스, 맵 사운드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사운드가 겹칠 때의 문제를 해결 못함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70%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8060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7579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799ED-9CD5-F4D4-666A-80AC87B36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92" y="-138570"/>
            <a:ext cx="10515600" cy="1325563"/>
          </a:xfrm>
        </p:spPr>
        <p:txBody>
          <a:bodyPr/>
          <a:lstStyle/>
          <a:p>
            <a:r>
              <a:rPr lang="ko-KR" altLang="en-US" dirty="0">
                <a:ea typeface="맑은 고딕"/>
              </a:rPr>
              <a:t>깃 </a:t>
            </a:r>
            <a:r>
              <a:rPr lang="ko-KR" altLang="en-US" dirty="0" err="1">
                <a:ea typeface="맑은 고딕"/>
              </a:rPr>
              <a:t>커밋</a:t>
            </a:r>
            <a:r>
              <a:rPr lang="ko-KR" altLang="en-US" dirty="0">
                <a:ea typeface="맑은 고딕"/>
              </a:rPr>
              <a:t> 통계</a:t>
            </a:r>
          </a:p>
        </p:txBody>
      </p:sp>
      <p:pic>
        <p:nvPicPr>
          <p:cNvPr id="7" name="내용 개체 틀 6" descr="스크린샷, 텍스트, 그래픽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EDB9BD-4BC1-0D63-7767-41F0653018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021" y="1710605"/>
            <a:ext cx="5656344" cy="3761868"/>
          </a:xfrm>
          <a:prstGeom prst="rect">
            <a:avLst/>
          </a:prstGeo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D76A489-7C99-1173-9F0A-7E1FA957F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609496"/>
              </p:ext>
            </p:extLst>
          </p:nvPr>
        </p:nvGraphicFramePr>
        <p:xfrm>
          <a:off x="5837207" y="273169"/>
          <a:ext cx="5953126" cy="6333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76563">
                  <a:extLst>
                    <a:ext uri="{9D8B030D-6E8A-4147-A177-3AD203B41FA5}">
                      <a16:colId xmlns:a16="http://schemas.microsoft.com/office/drawing/2014/main" val="1079300853"/>
                    </a:ext>
                  </a:extLst>
                </a:gridCol>
                <a:gridCol w="2976563">
                  <a:extLst>
                    <a:ext uri="{9D8B030D-6E8A-4147-A177-3AD203B41FA5}">
                      <a16:colId xmlns:a16="http://schemas.microsoft.com/office/drawing/2014/main" val="1251439573"/>
                    </a:ext>
                  </a:extLst>
                </a:gridCol>
              </a:tblGrid>
              <a:tr h="5424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b="1" dirty="0" err="1">
                          <a:solidFill>
                            <a:schemeClr val="tx1"/>
                          </a:solidFill>
                          <a:effectLst/>
                        </a:rPr>
                        <a:t>주차</a:t>
                      </a:r>
                      <a:endParaRPr lang="en-US" altLang="ko-KR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b="1" dirty="0" err="1">
                          <a:solidFill>
                            <a:schemeClr val="tx1"/>
                          </a:solidFill>
                          <a:effectLst/>
                        </a:rPr>
                        <a:t>커밋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effectLst/>
                        </a:rPr>
                        <a:t>횟수</a:t>
                      </a:r>
                      <a:endParaRPr lang="en-US" altLang="ko-KR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223891"/>
                  </a:ext>
                </a:extLst>
              </a:tr>
              <a:tr h="5036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b="1" dirty="0">
                          <a:solidFill>
                            <a:schemeClr val="tx1"/>
                          </a:solidFill>
                          <a:effectLst/>
                        </a:rPr>
                        <a:t>2025-09-28</a:t>
                      </a: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2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b="1" dirty="0">
                          <a:solidFill>
                            <a:schemeClr val="tx1"/>
                          </a:solidFill>
                          <a:effectLst/>
                        </a:rPr>
                        <a:t>2025-10-05</a:t>
                      </a: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b="1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5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b="1" dirty="0">
                          <a:solidFill>
                            <a:schemeClr val="tx1"/>
                          </a:solidFill>
                          <a:effectLst/>
                        </a:rPr>
                        <a:t>2025-10-12</a:t>
                      </a: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127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b="1" dirty="0">
                          <a:solidFill>
                            <a:schemeClr val="tx1"/>
                          </a:solidFill>
                          <a:effectLst/>
                        </a:rPr>
                        <a:t>2025-10-19</a:t>
                      </a: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590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b="1" dirty="0">
                          <a:solidFill>
                            <a:schemeClr val="tx1"/>
                          </a:solidFill>
                          <a:effectLst/>
                        </a:rPr>
                        <a:t>2025-11-02</a:t>
                      </a: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b="1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515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b="1" dirty="0">
                          <a:solidFill>
                            <a:schemeClr val="tx1"/>
                          </a:solidFill>
                          <a:effectLst/>
                        </a:rPr>
                        <a:t>2025-11-09</a:t>
                      </a: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b="1" dirty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78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b="1" dirty="0">
                          <a:solidFill>
                            <a:schemeClr val="tx1"/>
                          </a:solidFill>
                          <a:effectLst/>
                        </a:rPr>
                        <a:t>2025-11-16</a:t>
                      </a: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b="1" dirty="0">
                          <a:solidFill>
                            <a:schemeClr val="tx1"/>
                          </a:solidFill>
                          <a:effectLst/>
                        </a:rPr>
                        <a:t>27</a:t>
                      </a: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433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b="1" dirty="0">
                          <a:solidFill>
                            <a:schemeClr val="tx1"/>
                          </a:solidFill>
                          <a:effectLst/>
                        </a:rPr>
                        <a:t>2025-11-23</a:t>
                      </a: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b="1" dirty="0">
                          <a:solidFill>
                            <a:schemeClr val="tx1"/>
                          </a:solidFill>
                          <a:effectLst/>
                        </a:rPr>
                        <a:t>18</a:t>
                      </a: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153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b="1" dirty="0">
                          <a:solidFill>
                            <a:schemeClr val="tx1"/>
                          </a:solidFill>
                          <a:effectLst/>
                        </a:rPr>
                        <a:t>2025-11-30</a:t>
                      </a: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b="1" dirty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098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b="1" dirty="0">
                          <a:solidFill>
                            <a:schemeClr val="tx1"/>
                          </a:solidFill>
                          <a:effectLst/>
                        </a:rPr>
                        <a:t>2025-12-07</a:t>
                      </a: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800" b="1" dirty="0">
                          <a:solidFill>
                            <a:schemeClr val="tx1"/>
                          </a:solidFill>
                          <a:effectLst/>
                        </a:rPr>
                        <a:t>45</a:t>
                      </a:r>
                    </a:p>
                  </a:txBody>
                  <a:tcPr marL="114300" marR="114300" marT="76200" marB="762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21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7621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아이작  3차 발표</vt:lpstr>
      <vt:lpstr>개발 진척도</vt:lpstr>
      <vt:lpstr>깃 커밋 통계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142</cp:revision>
  <dcterms:created xsi:type="dcterms:W3CDTF">2025-12-10T16:48:25Z</dcterms:created>
  <dcterms:modified xsi:type="dcterms:W3CDTF">2025-12-10T17:18:29Z</dcterms:modified>
</cp:coreProperties>
</file>