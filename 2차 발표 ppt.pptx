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6AB83-2484-4D52-A503-13FCF395913D}" v="286" dt="2025-11-12T11:05:55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29420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dirty="0">
                <a:ea typeface="맑은 고딕"/>
              </a:rPr>
              <a:t>아이작 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2차 발표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80649" y="519768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3200" dirty="0">
                <a:ea typeface="맑은 고딕"/>
              </a:rPr>
              <a:t>2022184003 권정혁</a:t>
            </a:r>
            <a:endParaRPr lang="ko-KR" altLang="en-US" sz="3200" dirty="0"/>
          </a:p>
        </p:txBody>
      </p:sp>
      <p:pic>
        <p:nvPicPr>
          <p:cNvPr id="4" name="그림 3" descr="텍스트, 스크린샷, 만화 영화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D95CD9-7C93-A4D3-51FD-40D3FD5AA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2518" y="-171520"/>
            <a:ext cx="12603372" cy="269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BFEB4C8-3781-5FA8-F5F6-981F941B0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3842"/>
              </p:ext>
            </p:extLst>
          </p:nvPr>
        </p:nvGraphicFramePr>
        <p:xfrm>
          <a:off x="0" y="0"/>
          <a:ext cx="12166995" cy="68859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06890">
                  <a:extLst>
                    <a:ext uri="{9D8B030D-6E8A-4147-A177-3AD203B41FA5}">
                      <a16:colId xmlns:a16="http://schemas.microsoft.com/office/drawing/2014/main" val="3864271875"/>
                    </a:ext>
                  </a:extLst>
                </a:gridCol>
                <a:gridCol w="971166">
                  <a:extLst>
                    <a:ext uri="{9D8B030D-6E8A-4147-A177-3AD203B41FA5}">
                      <a16:colId xmlns:a16="http://schemas.microsoft.com/office/drawing/2014/main" val="2951295314"/>
                    </a:ext>
                  </a:extLst>
                </a:gridCol>
                <a:gridCol w="8408105">
                  <a:extLst>
                    <a:ext uri="{9D8B030D-6E8A-4147-A177-3AD203B41FA5}">
                      <a16:colId xmlns:a16="http://schemas.microsoft.com/office/drawing/2014/main" val="1185373209"/>
                    </a:ext>
                  </a:extLst>
                </a:gridCol>
                <a:gridCol w="1380834">
                  <a:extLst>
                    <a:ext uri="{9D8B030D-6E8A-4147-A177-3AD203B41FA5}">
                      <a16:colId xmlns:a16="http://schemas.microsoft.com/office/drawing/2014/main" val="2416833983"/>
                    </a:ext>
                  </a:extLst>
                </a:gridCol>
              </a:tblGrid>
              <a:tr h="29766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주차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ko-KR" altLang="en-US" sz="1600" b="1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진행률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148931"/>
                  </a:ext>
                </a:extLst>
              </a:tr>
              <a:tr h="297662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리소스 수집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80%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37957"/>
                  </a:ext>
                </a:extLst>
              </a:tr>
              <a:tr h="779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필요한 리소스 대부분 수집 완료</a:t>
                      </a: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중간중간 수정필요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45545"/>
                  </a:ext>
                </a:extLst>
              </a:tr>
              <a:tr h="602412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캐릭터의 애니메이션</a:t>
                      </a: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조작 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80%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741"/>
                  </a:ext>
                </a:extLst>
              </a:tr>
              <a:tr h="6024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 err="1">
                          <a:effectLst/>
                          <a:latin typeface="맑은 고딕"/>
                          <a:ea typeface="맑은 고딕"/>
                        </a:rPr>
                        <a:t>좌우상하와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 대각선 이동 및 애니메이션 구현 완료, 피격 애니메이션 </a:t>
                      </a:r>
                      <a:r>
                        <a:rPr lang="ko-KR" altLang="en-US" sz="1600" b="1" dirty="0" err="1">
                          <a:effectLst/>
                          <a:latin typeface="맑은 고딕"/>
                          <a:ea typeface="맑은 고딕"/>
                        </a:rPr>
                        <a:t>미구현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29639"/>
                  </a:ext>
                </a:extLst>
              </a:tr>
              <a:tr h="425233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err="1">
                          <a:effectLst/>
                          <a:latin typeface="맑은 고딕"/>
                          <a:ea typeface="맑은 고딕"/>
                        </a:rPr>
                        <a:t>맵과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 카메라 뷰 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30%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893856"/>
                  </a:ext>
                </a:extLst>
              </a:tr>
              <a:tr h="4252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타이틀 화면, 스테이지 1만 구현된 상태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164957"/>
                  </a:ext>
                </a:extLst>
              </a:tr>
              <a:tr h="425233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전투 시스템 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50%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717538"/>
                  </a:ext>
                </a:extLst>
              </a:tr>
              <a:tr h="4252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눈물 발사만 구현한 상태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276043"/>
                  </a:ext>
                </a:extLst>
              </a:tr>
              <a:tr h="425233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아이템 및 던전 오브젝트 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10%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014340"/>
                  </a:ext>
                </a:extLst>
              </a:tr>
              <a:tr h="6024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아이템 </a:t>
                      </a:r>
                      <a:r>
                        <a:rPr lang="ko-KR" altLang="en-US" sz="1600" b="1" err="1">
                          <a:effectLst/>
                          <a:latin typeface="맑은 고딕"/>
                          <a:ea typeface="맑은 고딕"/>
                        </a:rPr>
                        <a:t>미구현</a:t>
                      </a: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던전 오브젝트 중 문만 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795374"/>
                  </a:ext>
                </a:extLst>
              </a:tr>
              <a:tr h="42523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err="1">
                          <a:effectLst/>
                          <a:latin typeface="맑은 고딕"/>
                          <a:ea typeface="맑은 고딕"/>
                        </a:rPr>
                        <a:t>던전몬스터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 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ko-KR" altLang="en-US" sz="1600" b="1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897734"/>
                  </a:ext>
                </a:extLst>
              </a:tr>
              <a:tr h="2976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7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err="1">
                          <a:effectLst/>
                          <a:latin typeface="맑은 고딕"/>
                          <a:ea typeface="맑은 고딕"/>
                        </a:rPr>
                        <a:t>보스전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 구현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ko-KR" altLang="en-US" sz="1600" b="1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800229"/>
                  </a:ext>
                </a:extLst>
              </a:tr>
              <a:tr h="42523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8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배경음악</a:t>
                      </a: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사운드 이펙트 적용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ko-KR" altLang="en-US" sz="1600" b="1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758223"/>
                  </a:ext>
                </a:extLst>
              </a:tr>
              <a:tr h="42523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ko-KR" sz="1600" b="1" dirty="0">
                          <a:effectLst/>
                          <a:latin typeface="맑은 고딕"/>
                          <a:ea typeface="맑은 고딕"/>
                        </a:rPr>
                        <a:t>9</a:t>
                      </a: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주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계획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ko-KR" altLang="en-US" sz="1600" b="1" dirty="0">
                          <a:effectLst/>
                          <a:latin typeface="맑은 고딕"/>
                          <a:ea typeface="맑은 고딕"/>
                        </a:rPr>
                        <a:t>게임 테스트 및 버그 수정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ko-KR" altLang="en-US" sz="1600" b="1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001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31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86AAA-B139-4027-C6FD-CFE30D46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716" y="8706"/>
            <a:ext cx="10515600" cy="1325563"/>
          </a:xfrm>
        </p:spPr>
        <p:txBody>
          <a:bodyPr/>
          <a:lstStyle/>
          <a:p>
            <a:r>
              <a:rPr lang="ko-KR" dirty="0" err="1">
                <a:ea typeface="+mj-lt"/>
                <a:cs typeface="+mj-lt"/>
              </a:rPr>
              <a:t>Github</a:t>
            </a:r>
            <a:r>
              <a:rPr lang="ko-KR" dirty="0">
                <a:ea typeface="+mj-lt"/>
                <a:cs typeface="+mj-lt"/>
              </a:rPr>
              <a:t> </a:t>
            </a:r>
            <a:r>
              <a:rPr lang="ko-KR" dirty="0" err="1">
                <a:ea typeface="+mj-lt"/>
                <a:cs typeface="+mj-lt"/>
              </a:rPr>
              <a:t>commits</a:t>
            </a:r>
            <a:r>
              <a:rPr lang="ko-KR" dirty="0">
                <a:ea typeface="+mj-lt"/>
                <a:cs typeface="+mj-lt"/>
              </a:rPr>
              <a:t> 통계</a:t>
            </a:r>
            <a:endParaRPr lang="ko-KR" dirty="0"/>
          </a:p>
        </p:txBody>
      </p:sp>
      <p:pic>
        <p:nvPicPr>
          <p:cNvPr id="4" name="그림 3" descr="텍스트, 스크린샷, 소프트웨어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C96B37-0029-D2B6-ABB5-0A9372BCD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87" y="1336787"/>
            <a:ext cx="10999838" cy="535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3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아이작  2차 발표</vt:lpstr>
      <vt:lpstr>PowerPoint 프레젠테이션</vt:lpstr>
      <vt:lpstr>Github commits 통계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2025-11-12T10:38:50Z</dcterms:created>
  <dcterms:modified xsi:type="dcterms:W3CDTF">2025-11-12T11:30:20Z</dcterms:modified>
</cp:coreProperties>
</file>