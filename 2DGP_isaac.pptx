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16C54-45DA-44F9-926E-F21FAEDD5A00}" v="1233" dt="2025-10-01T07:42:46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966925" y="6280126"/>
            <a:ext cx="5579391" cy="11520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/>
                <a:ea typeface="맑은 고딕"/>
              </a:rPr>
              <a:t>2022184003 권정혁</a:t>
            </a:r>
            <a:endParaRPr lang="ko-KR" altLang="en-US" sz="3600">
              <a:solidFill>
                <a:schemeClr val="tx1">
                  <a:lumMod val="95000"/>
                  <a:lumOff val="5000"/>
                </a:schemeClr>
              </a:solidFill>
              <a:latin typeface="Bookman Old Style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1FAE5-EC61-80F4-E07C-4133F2CE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35" y="545938"/>
            <a:ext cx="8294177" cy="653970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게임 컨셉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1B5771-0F66-004B-7BDA-743992BB6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35" y="1425252"/>
            <a:ext cx="5749872" cy="112252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ko-KR" altLang="en-US" dirty="0">
                <a:ea typeface="맑은 고딕"/>
              </a:rPr>
              <a:t>던전을 탐험하며 몬스터와 싸우고 </a:t>
            </a:r>
            <a:endParaRPr lang="ko-KR">
              <a:ea typeface="맑은 고딕" panose="020B0503020000020004" pitchFamily="34" charset="-127"/>
            </a:endParaRPr>
          </a:p>
          <a:p>
            <a:pPr marL="0" indent="0">
              <a:buNone/>
            </a:pPr>
            <a:r>
              <a:rPr lang="ko-KR" altLang="en-US" dirty="0">
                <a:ea typeface="맑은 고딕"/>
              </a:rPr>
              <a:t>다양한 아이템을 획득하여 </a:t>
            </a:r>
            <a:endParaRPr lang="ko-KR" dirty="0">
              <a:ea typeface="맑은 고딕"/>
            </a:endParaRPr>
          </a:p>
          <a:p>
            <a:pPr marL="0" indent="0">
              <a:buNone/>
            </a:pPr>
            <a:r>
              <a:rPr lang="ko-KR" altLang="en-US" dirty="0">
                <a:ea typeface="맑은 고딕"/>
              </a:rPr>
              <a:t>캐릭터를 강화하는 RPG 게임</a:t>
            </a:r>
            <a:endParaRPr lang="ko-KR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374A3189-A221-2D2C-E259-6B11AB80C713}"/>
              </a:ext>
            </a:extLst>
          </p:cNvPr>
          <p:cNvSpPr txBox="1">
            <a:spLocks/>
          </p:cNvSpPr>
          <p:nvPr/>
        </p:nvSpPr>
        <p:spPr>
          <a:xfrm>
            <a:off x="357752" y="3371795"/>
            <a:ext cx="8294177" cy="6539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ea typeface="맑은 고딕"/>
              </a:rPr>
              <a:t>재미요소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EE2D8B5-584E-6219-AEC2-B0B85089D807}"/>
              </a:ext>
            </a:extLst>
          </p:cNvPr>
          <p:cNvSpPr txBox="1">
            <a:spLocks/>
          </p:cNvSpPr>
          <p:nvPr/>
        </p:nvSpPr>
        <p:spPr>
          <a:xfrm>
            <a:off x="357752" y="4341516"/>
            <a:ext cx="9676108" cy="2659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>
                <a:ea typeface="+mn-lt"/>
                <a:cs typeface="+mn-lt"/>
              </a:rPr>
              <a:t>다양한 아이템을 조합하여 나만의 </a:t>
            </a:r>
            <a:r>
              <a:rPr lang="ko-KR" altLang="en-US">
                <a:ea typeface="+mn-lt"/>
                <a:cs typeface="+mn-lt"/>
              </a:rPr>
              <a:t>빌드 생성</a:t>
            </a:r>
            <a:endParaRPr lang="ko-KR" dirty="0">
              <a:ea typeface="맑은 고딕" panose="020B0503020000020004" pitchFamily="34" charset="-127"/>
              <a:cs typeface="+mn-lt"/>
            </a:endParaRPr>
          </a:p>
          <a:p>
            <a:pPr marL="0" indent="0">
              <a:buNone/>
            </a:pPr>
            <a:r>
              <a:rPr lang="ko-KR" altLang="en-US" dirty="0">
                <a:ea typeface="+mn-lt"/>
                <a:cs typeface="+mn-lt"/>
              </a:rPr>
              <a:t>몬스터의 </a:t>
            </a:r>
            <a:r>
              <a:rPr lang="ko-KR" dirty="0">
                <a:ea typeface="+mn-lt"/>
                <a:cs typeface="+mn-lt"/>
              </a:rPr>
              <a:t>도전적인 </a:t>
            </a:r>
            <a:r>
              <a:rPr lang="ko-KR" altLang="en-US" dirty="0">
                <a:ea typeface="+mn-lt"/>
                <a:cs typeface="+mn-lt"/>
              </a:rPr>
              <a:t>난이도로 긴장감과 성취감 얻을 수 있음</a:t>
            </a:r>
            <a:endParaRPr 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8746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케치, 일러스트레이션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AB44ED-AEFC-1CCF-3F9F-04A2EBE5F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48" y="1768415"/>
            <a:ext cx="4681158" cy="2904225"/>
          </a:xfrm>
          <a:prstGeom prst="rect">
            <a:avLst/>
          </a:prstGeom>
        </p:spPr>
      </p:pic>
      <p:pic>
        <p:nvPicPr>
          <p:cNvPr id="5" name="그림 4" descr="텍스트, 스크린샷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B3C6C1-5751-B381-EDC8-3826E9D01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656" y="1797168"/>
            <a:ext cx="4468308" cy="29042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3FF959-1EAE-99ED-0FF2-F9F3030719E5}"/>
              </a:ext>
            </a:extLst>
          </p:cNvPr>
          <p:cNvSpPr txBox="1"/>
          <p:nvPr/>
        </p:nvSpPr>
        <p:spPr>
          <a:xfrm>
            <a:off x="778175" y="614032"/>
            <a:ext cx="244474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dirty="0">
                <a:ea typeface="맑은 고딕"/>
              </a:rPr>
              <a:t>진행 흐름(1)</a:t>
            </a:r>
            <a:endParaRPr lang="ko-KR" alt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F067B-8847-3088-1039-92FD390B538E}"/>
              </a:ext>
            </a:extLst>
          </p:cNvPr>
          <p:cNvSpPr txBox="1"/>
          <p:nvPr/>
        </p:nvSpPr>
        <p:spPr>
          <a:xfrm>
            <a:off x="878816" y="5114145"/>
            <a:ext cx="244474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dirty="0">
                <a:ea typeface="맑은 고딕"/>
              </a:rPr>
              <a:t>첫 화면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EAB19-A6E3-8C13-21BF-A91DEAF649BE}"/>
              </a:ext>
            </a:extLst>
          </p:cNvPr>
          <p:cNvSpPr txBox="1"/>
          <p:nvPr/>
        </p:nvSpPr>
        <p:spPr>
          <a:xfrm>
            <a:off x="7003571" y="5114145"/>
            <a:ext cx="34799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dirty="0">
                <a:ea typeface="맑은 고딕"/>
              </a:rPr>
              <a:t> 키 튜토리얼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4E6F37-BCAD-C4C3-62DC-3CC6D4132BD1}"/>
              </a:ext>
            </a:extLst>
          </p:cNvPr>
          <p:cNvSpPr/>
          <p:nvPr/>
        </p:nvSpPr>
        <p:spPr>
          <a:xfrm>
            <a:off x="700125" y="1489595"/>
            <a:ext cx="5110509" cy="43436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12A391-C69A-9265-AB1B-F68817663A88}"/>
              </a:ext>
            </a:extLst>
          </p:cNvPr>
          <p:cNvSpPr/>
          <p:nvPr/>
        </p:nvSpPr>
        <p:spPr>
          <a:xfrm>
            <a:off x="6451068" y="1489595"/>
            <a:ext cx="5398057" cy="43436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662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29563B-7764-F886-C2AA-5511745D630B}"/>
              </a:ext>
            </a:extLst>
          </p:cNvPr>
          <p:cNvSpPr txBox="1"/>
          <p:nvPr/>
        </p:nvSpPr>
        <p:spPr>
          <a:xfrm>
            <a:off x="778175" y="527768"/>
            <a:ext cx="244474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dirty="0">
                <a:ea typeface="맑은 고딕"/>
              </a:rPr>
              <a:t>진행 흐름(2)</a:t>
            </a:r>
            <a:endParaRPr lang="ko-KR" altLang="en-US" sz="3200" dirty="0"/>
          </a:p>
        </p:txBody>
      </p:sp>
      <p:pic>
        <p:nvPicPr>
          <p:cNvPr id="6" name="그림 5" descr="스크린샷, 만화 영화, 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5A3691-6E85-B973-59E6-68B7DAF42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68" y="1566262"/>
            <a:ext cx="2289766" cy="2535811"/>
          </a:xfrm>
          <a:prstGeom prst="rect">
            <a:avLst/>
          </a:prstGeom>
        </p:spPr>
      </p:pic>
      <p:pic>
        <p:nvPicPr>
          <p:cNvPr id="8" name="그림 7" descr="만화 영화, 스크린샷, 카민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D226C3-1F77-7D6A-B11D-3580F2147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938" y="527200"/>
            <a:ext cx="5746272" cy="3115036"/>
          </a:xfrm>
          <a:prstGeom prst="rect">
            <a:avLst/>
          </a:prstGeom>
        </p:spPr>
      </p:pic>
      <p:pic>
        <p:nvPicPr>
          <p:cNvPr id="9" name="그림 8" descr="스크린샷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B02B05-53F5-0774-D758-DD428E61B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356788" y="7169181"/>
            <a:ext cx="1666875" cy="2181225"/>
          </a:xfrm>
          <a:prstGeom prst="rect">
            <a:avLst/>
          </a:prstGeom>
        </p:spPr>
      </p:pic>
      <p:pic>
        <p:nvPicPr>
          <p:cNvPr id="10" name="그림 9" descr="스크린샷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D8F7EC-0840-3923-4523-40F272EB1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929348" y="4225147"/>
            <a:ext cx="1697606" cy="2131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85B68C-D6B4-0369-134D-5848DB9D5763}"/>
              </a:ext>
            </a:extLst>
          </p:cNvPr>
          <p:cNvSpPr txBox="1"/>
          <p:nvPr/>
        </p:nvSpPr>
        <p:spPr>
          <a:xfrm>
            <a:off x="778174" y="4208371"/>
            <a:ext cx="244474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dirty="0">
                <a:ea typeface="맑은 고딕"/>
              </a:rPr>
              <a:t>지도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D2C9FC-05F4-0B9F-444A-431AA08B732B}"/>
              </a:ext>
            </a:extLst>
          </p:cNvPr>
          <p:cNvSpPr txBox="1"/>
          <p:nvPr/>
        </p:nvSpPr>
        <p:spPr>
          <a:xfrm>
            <a:off x="9433344" y="1491051"/>
            <a:ext cx="244474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dirty="0">
                <a:ea typeface="맑은 고딕"/>
              </a:rPr>
              <a:t>다양한 </a:t>
            </a:r>
            <a:endParaRPr lang="ko-KR"/>
          </a:p>
          <a:p>
            <a:r>
              <a:rPr lang="ko-KR" altLang="en-US" sz="3200" dirty="0">
                <a:ea typeface="맑은 고딕"/>
              </a:rPr>
              <a:t>몬스터 처치</a:t>
            </a:r>
          </a:p>
        </p:txBody>
      </p:sp>
      <p:pic>
        <p:nvPicPr>
          <p:cNvPr id="13" name="그림 12" descr="스크린샷, 비디오 게임 소프트웨어, 3D 모델링, 디지털 합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F459DC-5C69-9C64-A06D-D73A91F8A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9743" y="4414657"/>
            <a:ext cx="2020739" cy="1752420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CDD9D04-FDCE-82DA-60D4-D8FA509B7B65}"/>
              </a:ext>
            </a:extLst>
          </p:cNvPr>
          <p:cNvCxnSpPr/>
          <p:nvPr/>
        </p:nvCxnSpPr>
        <p:spPr>
          <a:xfrm>
            <a:off x="5835153" y="5368016"/>
            <a:ext cx="574708" cy="71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874FB8F-1B03-87CD-94E6-1F41CFFCE3A2}"/>
              </a:ext>
            </a:extLst>
          </p:cNvPr>
          <p:cNvSpPr txBox="1"/>
          <p:nvPr/>
        </p:nvSpPr>
        <p:spPr>
          <a:xfrm>
            <a:off x="8887004" y="4869730"/>
            <a:ext cx="330739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400" dirty="0">
                <a:ea typeface="맑은 고딕"/>
              </a:rPr>
              <a:t>해당 </a:t>
            </a:r>
            <a:r>
              <a:rPr lang="ko-KR" altLang="en-US" sz="2400" dirty="0" err="1">
                <a:ea typeface="맑은 고딕"/>
              </a:rPr>
              <a:t>맵의</a:t>
            </a:r>
            <a:r>
              <a:rPr lang="ko-KR" altLang="en-US" sz="2400" dirty="0">
                <a:ea typeface="맑은 고딕"/>
              </a:rPr>
              <a:t> 몬스터 전부 처치 시 문 잠금 해제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0D35204-BC73-E8D2-0596-8B859B395B1D}"/>
              </a:ext>
            </a:extLst>
          </p:cNvPr>
          <p:cNvSpPr/>
          <p:nvPr/>
        </p:nvSpPr>
        <p:spPr>
          <a:xfrm>
            <a:off x="3546842" y="353784"/>
            <a:ext cx="8489188" cy="34522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A9F96A2-5A54-8221-0C00-A368322BEE8F}"/>
              </a:ext>
            </a:extLst>
          </p:cNvPr>
          <p:cNvSpPr/>
          <p:nvPr/>
        </p:nvSpPr>
        <p:spPr>
          <a:xfrm>
            <a:off x="728879" y="1489595"/>
            <a:ext cx="2551339" cy="34522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8B5F5E-45EC-9CD1-1861-D696ED778C82}"/>
              </a:ext>
            </a:extLst>
          </p:cNvPr>
          <p:cNvSpPr/>
          <p:nvPr/>
        </p:nvSpPr>
        <p:spPr>
          <a:xfrm>
            <a:off x="3403068" y="4235670"/>
            <a:ext cx="8704848" cy="21295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75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만화 영화, 스케치, 그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2C8338-A580-25F0-37F8-42D1A39A2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79" y="1837115"/>
            <a:ext cx="2858469" cy="1853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9C9425-178E-DB0D-BAF9-89AA9C78F469}"/>
              </a:ext>
            </a:extLst>
          </p:cNvPr>
          <p:cNvSpPr txBox="1"/>
          <p:nvPr/>
        </p:nvSpPr>
        <p:spPr>
          <a:xfrm>
            <a:off x="778175" y="527768"/>
            <a:ext cx="244474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dirty="0">
                <a:ea typeface="맑은 고딕"/>
              </a:rPr>
              <a:t>진행 흐름(2)</a:t>
            </a:r>
          </a:p>
        </p:txBody>
      </p:sp>
      <p:pic>
        <p:nvPicPr>
          <p:cNvPr id="8" name="그림 7" descr="텍스트, 타이포그래피, 폰트, 포스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95B224-671F-7C41-1874-9459D6DE9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605" y="1837518"/>
            <a:ext cx="3468554" cy="18656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D1A0D7-8689-A0BB-8925-EB9F50B42028}"/>
              </a:ext>
            </a:extLst>
          </p:cNvPr>
          <p:cNvSpPr txBox="1"/>
          <p:nvPr/>
        </p:nvSpPr>
        <p:spPr>
          <a:xfrm>
            <a:off x="403140" y="5307825"/>
            <a:ext cx="56907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다양한 아이템으로 캐릭터의 </a:t>
            </a:r>
            <a:r>
              <a:rPr lang="ko-KR" altLang="en-US" dirty="0" err="1">
                <a:ea typeface="맑은 고딕"/>
              </a:rPr>
              <a:t>스탯</a:t>
            </a:r>
            <a:r>
              <a:rPr lang="ko-KR" altLang="en-US" dirty="0">
                <a:ea typeface="맑은 고딕"/>
              </a:rPr>
              <a:t> 조정과 효과 획득</a:t>
            </a:r>
          </a:p>
        </p:txBody>
      </p:sp>
      <p:pic>
        <p:nvPicPr>
          <p:cNvPr id="10" name="그림 9" descr="스크린샷, 픽셀, 구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DF36FC-B894-9A6C-6051-067C704FF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819" y="3334315"/>
            <a:ext cx="1154462" cy="1345285"/>
          </a:xfrm>
          <a:prstGeom prst="rect">
            <a:avLst/>
          </a:prstGeom>
        </p:spPr>
      </p:pic>
      <p:pic>
        <p:nvPicPr>
          <p:cNvPr id="11" name="그림 10" descr="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403392-DB59-22E3-7134-F6F84B19E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036" y="2671762"/>
            <a:ext cx="1416965" cy="18179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35D973-1EBC-FDCE-CA58-4D6C4BEEC011}"/>
              </a:ext>
            </a:extLst>
          </p:cNvPr>
          <p:cNvSpPr txBox="1"/>
          <p:nvPr/>
        </p:nvSpPr>
        <p:spPr>
          <a:xfrm>
            <a:off x="8100631" y="5127011"/>
            <a:ext cx="46511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여러 오브젝트들로 캐릭터 방해</a:t>
            </a:r>
          </a:p>
        </p:txBody>
      </p:sp>
      <p:pic>
        <p:nvPicPr>
          <p:cNvPr id="13" name="그림 12" descr="만화 영화, 애니메이션, 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C4E304-EC6E-F560-591D-505D4EB796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2567" y="3885474"/>
            <a:ext cx="2460678" cy="791866"/>
          </a:xfrm>
          <a:prstGeom prst="rect">
            <a:avLst/>
          </a:prstGeom>
        </p:spPr>
      </p:pic>
      <p:pic>
        <p:nvPicPr>
          <p:cNvPr id="14" name="그림 13" descr="스크린샷, 만화 영화, 3D 모델링, 애니메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032BB0-F59E-A8A7-B2CF-1F0DD18A31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784" y="3856414"/>
            <a:ext cx="2460518" cy="849986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68F93EA-22D5-CBF4-F2DB-0BC22738CF79}"/>
              </a:ext>
            </a:extLst>
          </p:cNvPr>
          <p:cNvCxnSpPr/>
          <p:nvPr/>
        </p:nvCxnSpPr>
        <p:spPr>
          <a:xfrm flipV="1">
            <a:off x="3093550" y="4299367"/>
            <a:ext cx="358743" cy="579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림 15" descr="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94EFB0-E0E7-0B13-EBDE-9389EDD217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3344" y="2179611"/>
            <a:ext cx="1229532" cy="110393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C30A8C1-27D3-466D-4C61-1A1382667658}"/>
              </a:ext>
            </a:extLst>
          </p:cNvPr>
          <p:cNvSpPr/>
          <p:nvPr/>
        </p:nvSpPr>
        <p:spPr>
          <a:xfrm>
            <a:off x="221164" y="1613021"/>
            <a:ext cx="6868324" cy="42723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D48725-152A-5FBD-117A-76AADF354368}"/>
              </a:ext>
            </a:extLst>
          </p:cNvPr>
          <p:cNvSpPr/>
          <p:nvPr/>
        </p:nvSpPr>
        <p:spPr>
          <a:xfrm>
            <a:off x="7537655" y="1839038"/>
            <a:ext cx="4427340" cy="39042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332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, 디지털 합성, PC 게임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3FD5CA-5DE8-5661-7A7C-CD5B920C7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04" y="2019299"/>
            <a:ext cx="2985200" cy="129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0F6A4C-6311-DDC8-66A6-EA79EB521498}"/>
              </a:ext>
            </a:extLst>
          </p:cNvPr>
          <p:cNvSpPr txBox="1"/>
          <p:nvPr/>
        </p:nvSpPr>
        <p:spPr>
          <a:xfrm>
            <a:off x="778175" y="527768"/>
            <a:ext cx="244474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dirty="0">
                <a:ea typeface="맑은 고딕"/>
              </a:rPr>
              <a:t>진행 흐름(3)</a:t>
            </a:r>
            <a:endParaRPr lang="ko-KR" altLang="en-US" sz="3200">
              <a:ea typeface="맑은 고딕"/>
            </a:endParaRPr>
          </a:p>
        </p:txBody>
      </p:sp>
      <p:pic>
        <p:nvPicPr>
          <p:cNvPr id="8" name="그림 7" descr="스크린샷, 만화 영화, 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BF7665-D443-5F86-2557-C3192B299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95" y="3612477"/>
            <a:ext cx="2995718" cy="25358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29EB7A-6582-5B7A-FC23-C52A9DED701A}"/>
              </a:ext>
            </a:extLst>
          </p:cNvPr>
          <p:cNvSpPr txBox="1"/>
          <p:nvPr/>
        </p:nvSpPr>
        <p:spPr>
          <a:xfrm>
            <a:off x="1026994" y="1347799"/>
            <a:ext cx="334274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800" dirty="0">
                <a:latin typeface="Book Antiqua"/>
                <a:ea typeface="맑은 고딕"/>
              </a:rPr>
              <a:t>2개의 스테이지</a:t>
            </a:r>
            <a:endParaRPr lang="ko-KR" altLang="en-US" sz="2800">
              <a:latin typeface="Book Antiqu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0908EE-1A69-6540-9E8D-2ADB26301E2C}"/>
              </a:ext>
            </a:extLst>
          </p:cNvPr>
          <p:cNvSpPr txBox="1"/>
          <p:nvPr/>
        </p:nvSpPr>
        <p:spPr>
          <a:xfrm>
            <a:off x="4223518" y="2342272"/>
            <a:ext cx="23676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latin typeface="Arial"/>
                <a:ea typeface="맑은 고딕"/>
                <a:cs typeface="Arial"/>
              </a:rPr>
              <a:t>1스테이지 목표</a:t>
            </a:r>
            <a:endParaRPr lang="ko-KR">
              <a:latin typeface="Arial"/>
              <a:ea typeface="맑은 고딕" panose="020B0503020000020004" pitchFamily="34" charset="-127"/>
              <a:cs typeface="Arial"/>
            </a:endParaRPr>
          </a:p>
          <a:p>
            <a:r>
              <a:rPr lang="ko-KR" altLang="en-US" dirty="0">
                <a:latin typeface="Arial"/>
                <a:ea typeface="맑은 고딕"/>
                <a:cs typeface="Arial"/>
              </a:rPr>
              <a:t>정예 보스 처치</a:t>
            </a:r>
            <a:endParaRPr lang="ko-KR" altLang="en-US" dirty="0">
              <a:latin typeface="Arial"/>
              <a:ea typeface="맑은 고딕" panose="020B0503020000020004" pitchFamily="34" charset="-127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52D2EC-1253-A430-A66A-9E318AAFAB0E}"/>
              </a:ext>
            </a:extLst>
          </p:cNvPr>
          <p:cNvSpPr txBox="1"/>
          <p:nvPr/>
        </p:nvSpPr>
        <p:spPr>
          <a:xfrm>
            <a:off x="4223519" y="4641186"/>
            <a:ext cx="23676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latin typeface="Bookman Old Style"/>
                <a:ea typeface="맑은 고딕"/>
              </a:rPr>
              <a:t>2스테이지 목표</a:t>
            </a:r>
            <a:endParaRPr lang="ko-KR">
              <a:latin typeface="Bookman Old Style"/>
              <a:ea typeface="맑은 고딕" panose="020B0503020000020004" pitchFamily="34" charset="-127"/>
            </a:endParaRPr>
          </a:p>
          <a:p>
            <a:r>
              <a:rPr lang="ko-KR" altLang="en-US" dirty="0">
                <a:latin typeface="Bookman Old Style"/>
                <a:ea typeface="맑은 고딕"/>
              </a:rPr>
              <a:t>보스 처치</a:t>
            </a:r>
          </a:p>
        </p:txBody>
      </p:sp>
      <p:pic>
        <p:nvPicPr>
          <p:cNvPr id="13" name="그림 12" descr="스크린샷, 픽셀, 비디오 게임 소프트웨어, PC 게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209FB2-BB5C-A7CA-9160-7595C498F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77" y="2344845"/>
            <a:ext cx="2043516" cy="16775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679178-28F9-663E-A64B-8B75EE759595}"/>
              </a:ext>
            </a:extLst>
          </p:cNvPr>
          <p:cNvSpPr txBox="1"/>
          <p:nvPr/>
        </p:nvSpPr>
        <p:spPr>
          <a:xfrm>
            <a:off x="7587943" y="4408712"/>
            <a:ext cx="46536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latin typeface="Bookman Old Style"/>
                <a:ea typeface="맑은 고딕"/>
              </a:rPr>
              <a:t>캐릭터 사망 시 아이템 효과가 초기화되고</a:t>
            </a:r>
            <a:endParaRPr lang="ko-KR" altLang="en-US">
              <a:latin typeface="Bookman Old Style"/>
              <a:ea typeface="맑은 고딕" panose="020B0503020000020004" pitchFamily="34" charset="-127"/>
            </a:endParaRPr>
          </a:p>
          <a:p>
            <a:r>
              <a:rPr lang="ko-KR" altLang="en-US" dirty="0">
                <a:latin typeface="Bookman Old Style"/>
                <a:ea typeface="맑은 고딕"/>
              </a:rPr>
              <a:t>처음부터 다시 시작</a:t>
            </a:r>
            <a:endParaRPr lang="ko-KR" altLang="en-US" dirty="0">
              <a:latin typeface="Bookman Old Style"/>
              <a:ea typeface="맑은 고딕" panose="020B0503020000020004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4A600E-96B6-E7A0-B61D-4123EB74EEC6}"/>
              </a:ext>
            </a:extLst>
          </p:cNvPr>
          <p:cNvSpPr/>
          <p:nvPr/>
        </p:nvSpPr>
        <p:spPr>
          <a:xfrm>
            <a:off x="7369757" y="2155461"/>
            <a:ext cx="4821256" cy="3381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1E1385-C26C-9B34-4F13-3B64F7438C38}"/>
              </a:ext>
            </a:extLst>
          </p:cNvPr>
          <p:cNvSpPr/>
          <p:nvPr/>
        </p:nvSpPr>
        <p:spPr>
          <a:xfrm>
            <a:off x="569876" y="1264309"/>
            <a:ext cx="6157985" cy="52216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709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The Binding of isaac: Rebirth &quot;The Haunt&quot; boss - YouTube">
            <a:extLst>
              <a:ext uri="{FF2B5EF4-FFF2-40B4-BE49-F238E27FC236}">
                <a16:creationId xmlns:a16="http://schemas.microsoft.com/office/drawing/2014/main" id="{64FDE2C5-60CA-3315-4D89-E5A41C3F4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52" y="1259884"/>
            <a:ext cx="3006026" cy="1671234"/>
          </a:xfrm>
          <a:prstGeom prst="rect">
            <a:avLst/>
          </a:prstGeom>
        </p:spPr>
      </p:pic>
      <p:pic>
        <p:nvPicPr>
          <p:cNvPr id="5" name="그림 4" descr="두개골, 스크린샷, 텍스트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D866FC-B1DB-A23F-ED88-37AB3D520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82" y="3274260"/>
            <a:ext cx="3305499" cy="2498618"/>
          </a:xfrm>
          <a:prstGeom prst="rect">
            <a:avLst/>
          </a:prstGeom>
        </p:spPr>
      </p:pic>
      <p:pic>
        <p:nvPicPr>
          <p:cNvPr id="6" name="그림 5" descr="클립아트, 만화 영화, 일러스트레이션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9BFBF7-A48A-2E45-E15A-AE889B3B5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091" y="4765728"/>
            <a:ext cx="2412580" cy="14981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FBBBA9-944C-500A-5D79-71B40E311905}"/>
              </a:ext>
            </a:extLst>
          </p:cNvPr>
          <p:cNvSpPr txBox="1"/>
          <p:nvPr/>
        </p:nvSpPr>
        <p:spPr>
          <a:xfrm>
            <a:off x="875039" y="385700"/>
            <a:ext cx="244474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dirty="0">
                <a:ea typeface="맑은 고딕"/>
              </a:rPr>
              <a:t>진행 흐름(4)</a:t>
            </a:r>
            <a:endParaRPr lang="ko-KR" altLang="en-US" sz="3200" dirty="0"/>
          </a:p>
        </p:txBody>
      </p:sp>
      <p:pic>
        <p:nvPicPr>
          <p:cNvPr id="9" name="그림 8" descr="텍스트, 양초, 예술, 빛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9C8154-E01F-7BCF-FCDF-05B903DAD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529" y="779839"/>
            <a:ext cx="1598909" cy="2437594"/>
          </a:xfrm>
          <a:prstGeom prst="rect">
            <a:avLst/>
          </a:prstGeom>
        </p:spPr>
      </p:pic>
      <p:pic>
        <p:nvPicPr>
          <p:cNvPr id="10" name="그림 9" descr="텍스트, 만화 영화, 과일, 두개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EA79E7-31CE-281B-296F-2611AC4843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4602" y="779436"/>
            <a:ext cx="1700456" cy="24384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D4296E-92B4-6AE1-42F4-D47040F85D35}"/>
              </a:ext>
            </a:extLst>
          </p:cNvPr>
          <p:cNvSpPr txBox="1"/>
          <p:nvPr/>
        </p:nvSpPr>
        <p:spPr>
          <a:xfrm>
            <a:off x="9718614" y="1795105"/>
            <a:ext cx="24088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다양한 패턴의 공격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499CE6-BE26-25C7-4DAE-2BBDFD6B672B}"/>
              </a:ext>
            </a:extLst>
          </p:cNvPr>
          <p:cNvSpPr txBox="1"/>
          <p:nvPr/>
        </p:nvSpPr>
        <p:spPr>
          <a:xfrm>
            <a:off x="3855087" y="1891969"/>
            <a:ext cx="2014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ea typeface="맑은 고딕"/>
              </a:rPr>
              <a:t>보스방</a:t>
            </a:r>
            <a:r>
              <a:rPr lang="ko-KR" altLang="en-US" dirty="0">
                <a:ea typeface="맑은 고딕"/>
              </a:rPr>
              <a:t> 입장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37E2F0-7F5A-4630-6CE6-AF556EF5ADF4}"/>
              </a:ext>
            </a:extLst>
          </p:cNvPr>
          <p:cNvSpPr txBox="1"/>
          <p:nvPr/>
        </p:nvSpPr>
        <p:spPr>
          <a:xfrm>
            <a:off x="9072849" y="5146612"/>
            <a:ext cx="29383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보스 처치 시 </a:t>
            </a:r>
            <a:r>
              <a:rPr lang="ko-KR" altLang="en-US" dirty="0" err="1">
                <a:ea typeface="맑은 고딕"/>
              </a:rPr>
              <a:t>게임클리어</a:t>
            </a:r>
          </a:p>
        </p:txBody>
      </p:sp>
      <p:pic>
        <p:nvPicPr>
          <p:cNvPr id="15" name="그림 14" descr="텍스트, 만화 영화, 할로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3F9D24-07DA-C529-7E6E-FC37894E46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437" y="3679879"/>
            <a:ext cx="1452159" cy="1086819"/>
          </a:xfrm>
          <a:prstGeom prst="rect">
            <a:avLst/>
          </a:prstGeom>
        </p:spPr>
      </p:pic>
      <p:pic>
        <p:nvPicPr>
          <p:cNvPr id="16" name="그림 15" descr="스크린샷, 레드, 카민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7E8251-6B61-C2C7-1540-E93638FED0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6716" y="3678668"/>
            <a:ext cx="1456519" cy="108924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A9A95C7-489B-9D97-7F71-C7B9A25CBC15}"/>
              </a:ext>
            </a:extLst>
          </p:cNvPr>
          <p:cNvSpPr txBox="1"/>
          <p:nvPr/>
        </p:nvSpPr>
        <p:spPr>
          <a:xfrm>
            <a:off x="4081103" y="4307120"/>
            <a:ext cx="20148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보스의 체력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194D6E-57C5-8086-3643-65B95894A4B3}"/>
              </a:ext>
            </a:extLst>
          </p:cNvPr>
          <p:cNvSpPr/>
          <p:nvPr/>
        </p:nvSpPr>
        <p:spPr>
          <a:xfrm>
            <a:off x="427808" y="1077038"/>
            <a:ext cx="5105392" cy="19992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495B61-F961-BFA8-0196-957DF3EE5D18}"/>
              </a:ext>
            </a:extLst>
          </p:cNvPr>
          <p:cNvSpPr/>
          <p:nvPr/>
        </p:nvSpPr>
        <p:spPr>
          <a:xfrm>
            <a:off x="434266" y="3208054"/>
            <a:ext cx="5105392" cy="29614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AA12EC1-5516-C8AC-62B9-C14AD7D1A62C}"/>
              </a:ext>
            </a:extLst>
          </p:cNvPr>
          <p:cNvSpPr/>
          <p:nvPr/>
        </p:nvSpPr>
        <p:spPr>
          <a:xfrm>
            <a:off x="6200926" y="534597"/>
            <a:ext cx="5744698" cy="28968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394E33B-55EB-E25E-E928-C9EF1E06A5DD}"/>
              </a:ext>
            </a:extLst>
          </p:cNvPr>
          <p:cNvSpPr/>
          <p:nvPr/>
        </p:nvSpPr>
        <p:spPr>
          <a:xfrm>
            <a:off x="6200926" y="3569682"/>
            <a:ext cx="5744698" cy="28968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02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9446C-408E-2B02-49ED-29A31622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개발일정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EF5070-016A-024D-213B-2FB7CB7B5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ko-KR" altLang="en-US">
                <a:ea typeface="맑은 고딕"/>
              </a:rPr>
              <a:t>1주차: 리소스 수집</a:t>
            </a:r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2주차: 캐릭터의 애니메이션, 조작 구현</a:t>
            </a:r>
          </a:p>
          <a:p>
            <a:r>
              <a:rPr lang="ko-KR" altLang="en-US">
                <a:ea typeface="맑은 고딕"/>
              </a:rPr>
              <a:t>3주차: 맵과 카메라 뷰 구현</a:t>
            </a:r>
            <a:endParaRPr lang="ko-KR" altLang="en-US" dirty="0">
              <a:ea typeface="맑은 고딕"/>
            </a:endParaRPr>
          </a:p>
          <a:p>
            <a:r>
              <a:rPr lang="ko-KR" altLang="en-US" dirty="0">
                <a:ea typeface="맑은 고딕"/>
              </a:rPr>
              <a:t>4주차: 전투 시스템 구현</a:t>
            </a:r>
          </a:p>
          <a:p>
            <a:r>
              <a:rPr lang="ko-KR" altLang="en-US">
                <a:ea typeface="맑은 고딕"/>
              </a:rPr>
              <a:t>5주차: 아이템 및 던전 오브젝트 구현</a:t>
            </a:r>
          </a:p>
          <a:p>
            <a:r>
              <a:rPr lang="ko-KR" altLang="en-US">
                <a:ea typeface="맑은 고딕"/>
              </a:rPr>
              <a:t>6주차: 던전 몬스터 구현</a:t>
            </a:r>
          </a:p>
          <a:p>
            <a:r>
              <a:rPr lang="ko-KR" altLang="en-US">
                <a:ea typeface="맑은 고딕"/>
              </a:rPr>
              <a:t>7주차: </a:t>
            </a:r>
            <a:r>
              <a:rPr lang="ko-KR" altLang="en-US" err="1">
                <a:ea typeface="맑은 고딕"/>
              </a:rPr>
              <a:t>보스전</a:t>
            </a:r>
            <a:r>
              <a:rPr lang="ko-KR" altLang="en-US">
                <a:ea typeface="맑은 고딕"/>
              </a:rPr>
              <a:t> 구현</a:t>
            </a:r>
          </a:p>
          <a:p>
            <a:r>
              <a:rPr lang="ko-KR" altLang="en-US">
                <a:ea typeface="맑은 고딕"/>
              </a:rPr>
              <a:t>8주차: 배경음악, 사운드 이펙트 적용</a:t>
            </a:r>
          </a:p>
          <a:p>
            <a:r>
              <a:rPr lang="ko-KR" altLang="en-US" dirty="0">
                <a:ea typeface="맑은 고딕"/>
              </a:rPr>
              <a:t>9주차: 게임 테스트 및 버그 수정</a:t>
            </a:r>
          </a:p>
        </p:txBody>
      </p:sp>
    </p:spTree>
    <p:extLst>
      <p:ext uri="{BB962C8B-B14F-4D97-AF65-F5344CB8AC3E}">
        <p14:creationId xmlns:p14="http://schemas.microsoft.com/office/powerpoint/2010/main" val="2076545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PowerPoint 프레젠테이션</vt:lpstr>
      <vt:lpstr>게임 컨셉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개발일정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354</cp:revision>
  <dcterms:created xsi:type="dcterms:W3CDTF">2025-10-01T06:06:44Z</dcterms:created>
  <dcterms:modified xsi:type="dcterms:W3CDTF">2025-10-01T07:43:08Z</dcterms:modified>
</cp:coreProperties>
</file>